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86" r:id="rId4"/>
    <p:sldId id="287" r:id="rId5"/>
    <p:sldId id="28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23BA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33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86290" y="2607278"/>
            <a:ext cx="7897091" cy="1175153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 спортивной обуви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17961FB-6351-2BD7-16B8-3B55C0FAE19F}"/>
              </a:ext>
            </a:extLst>
          </p:cNvPr>
          <p:cNvSpPr txBox="1"/>
          <p:nvPr/>
        </p:nvSpPr>
        <p:spPr>
          <a:xfrm>
            <a:off x="9062113" y="5255357"/>
            <a:ext cx="3748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  <a:r>
              <a:rPr lang="ru-RU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Томин Андрей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ИС-22А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="" xmlns:a16="http://schemas.microsoft.com/office/drawing/2014/main" id="{4C62040F-BA6D-56F4-916C-B7FF4CB04D8C}"/>
              </a:ext>
            </a:extLst>
          </p:cNvPr>
          <p:cNvSpPr/>
          <p:nvPr/>
        </p:nvSpPr>
        <p:spPr>
          <a:xfrm>
            <a:off x="5202071" y="4123307"/>
            <a:ext cx="1787857" cy="1685499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0525" y="136479"/>
            <a:ext cx="6216557" cy="758825"/>
          </a:xfrm>
          <a:noFill/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2204113"/>
            <a:ext cx="11087100" cy="4653887"/>
          </a:xfrm>
        </p:spPr>
        <p:txBody>
          <a:bodyPr>
            <a:noAutofit/>
          </a:bodyPr>
          <a:lstStyle/>
          <a:p>
            <a:pPr marL="0" indent="54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ShoeStore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сделано с использованием современных технологий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-разработки. Оно имеет продуманную структуру, где логика, интерфейс и данные разделены, что упрощает его развитие и тестирование. Работа с сервером и обновление экранов организованы так, чтобы приложение всегда было плавным и отзывчивым. </a:t>
            </a:r>
          </a:p>
          <a:p>
            <a:pPr marL="0" indent="54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 создан с помощью современных инструментов, что делает его красивым и удобным для любого размера экрана.</a:t>
            </a:r>
          </a:p>
        </p:txBody>
      </p:sp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35875" y="136479"/>
            <a:ext cx="8236423" cy="758825"/>
          </a:xfrm>
          <a:noFill/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Диаграмма вариантов использования</a:t>
            </a:r>
            <a:endParaRPr lang="ru-RU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="" xmlns:a16="http://schemas.microsoft.com/office/drawing/2014/main" id="{53EF3B6B-FF3A-292F-8210-469CA1F17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553" y="1054984"/>
            <a:ext cx="6190893" cy="506193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6530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24585" y="136479"/>
            <a:ext cx="8291015" cy="758825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архитектурные решения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2104" y="1890214"/>
            <a:ext cx="11087100" cy="465388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Чистая архитектура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разделение кода на три независимых слоя (данные, логика, интерфейс) для упрощения тестирования и поддержки;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MVVM (Model-View-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паттерн для связи интерфейса с данными, где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хранит состояние и логику отображения;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абстракция над источниками данных для единого доступа к локальным и сетевым данным;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Реактивное программирование с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StateFlow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автоматическое обновление интерфейса при изменении данных.</a:t>
            </a:r>
          </a:p>
        </p:txBody>
      </p:sp>
    </p:spTree>
    <p:extLst>
      <p:ext uri="{BB962C8B-B14F-4D97-AF65-F5344CB8AC3E}">
        <p14:creationId xmlns="" xmlns:p14="http://schemas.microsoft.com/office/powerpoint/2010/main" val="33525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45057" y="225190"/>
            <a:ext cx="8291015" cy="758825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библиотеки</a:t>
            </a:r>
            <a:br>
              <a:rPr lang="ru-RU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2104" y="1890214"/>
            <a:ext cx="11087100" cy="4653887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ru-RU" sz="20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Jetpack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современный </a:t>
            </a:r>
            <a:r>
              <a:rPr lang="ru-RU" sz="2000" b="0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декларативный фреймворк для построения пользовательского интерфейса.</a:t>
            </a:r>
          </a:p>
          <a:p>
            <a:pPr algn="just">
              <a:buFont typeface="+mj-lt"/>
              <a:buAutoNum type="arabicPeriod"/>
            </a:pPr>
            <a:r>
              <a:rPr lang="ru-RU" sz="2000" b="1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2000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Design 3</a:t>
            </a:r>
            <a:r>
              <a:rPr lang="ru-RU" sz="2000" b="0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- библиотека компонентов для создания современного дизайна по гайдлайнам Google.</a:t>
            </a:r>
          </a:p>
          <a:p>
            <a:pPr algn="just">
              <a:buFont typeface="+mj-lt"/>
              <a:buAutoNum type="arabicPeriod"/>
            </a:pPr>
            <a:r>
              <a:rPr lang="ru-RU" sz="2000" b="1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lang="ru-RU" sz="2000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000" b="0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- реализация навигации между экранами в </a:t>
            </a:r>
            <a:r>
              <a:rPr lang="ru-RU" sz="2000" b="0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000" b="0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-приложениях.</a:t>
            </a:r>
          </a:p>
          <a:p>
            <a:pPr algn="just">
              <a:buFont typeface="+mj-lt"/>
              <a:buAutoNum type="arabicPeriod"/>
            </a:pPr>
            <a:r>
              <a:rPr lang="ru-RU" sz="2000" b="1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Retrofit</a:t>
            </a:r>
            <a:r>
              <a:rPr lang="ru-RU" sz="2000" b="0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- HTTP-клиент для выполнения сетевых запросов к REST API.</a:t>
            </a:r>
          </a:p>
          <a:p>
            <a:pPr algn="just">
              <a:buFont typeface="+mj-lt"/>
              <a:buAutoNum type="arabicPeriod"/>
            </a:pPr>
            <a:r>
              <a:rPr lang="ru-RU" sz="2000" b="1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Gson</a:t>
            </a:r>
            <a:r>
              <a:rPr lang="ru-RU" sz="2000" b="0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- конвертер для преобразования JSON-ответов в Kotlin-объекты</a:t>
            </a:r>
            <a:r>
              <a:rPr lang="ru-RU" sz="2000" b="0" i="0" dirty="0" smtClean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b="0" i="0" dirty="0">
              <a:solidFill>
                <a:srgbClr val="0F1115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ru-RU" sz="2000" b="1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StateFlow</a:t>
            </a:r>
            <a:r>
              <a:rPr lang="ru-RU" sz="2000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b="1" i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ru-RU" sz="2000" b="0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- реактивные потоки данных для управления состоянием приложения.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0F1115"/>
              </a:solidFill>
              <a:effectLst/>
              <a:highlight>
                <a:srgbClr val="FFFFFF"/>
              </a:highlight>
              <a:latin typeface="quote-cjk-patch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151438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172</Words>
  <Application>Microsoft Office PowerPoint</Application>
  <PresentationFormat>Произвольный</PresentationFormat>
  <Paragraphs>25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Слайд 1</vt:lpstr>
      <vt:lpstr>Реализация приложения</vt:lpstr>
      <vt:lpstr>Диаграмма вариантов использования</vt:lpstr>
      <vt:lpstr>Используемые архитектурные решения</vt:lpstr>
      <vt:lpstr>Используемые библиотеки 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android243</cp:lastModifiedBy>
  <cp:revision>78</cp:revision>
  <dcterms:created xsi:type="dcterms:W3CDTF">2022-06-15T10:15:27Z</dcterms:created>
  <dcterms:modified xsi:type="dcterms:W3CDTF">2025-12-20T07:43:50Z</dcterms:modified>
</cp:coreProperties>
</file>